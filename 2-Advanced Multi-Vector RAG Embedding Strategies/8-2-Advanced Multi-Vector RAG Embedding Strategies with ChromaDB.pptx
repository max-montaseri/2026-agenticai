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5"/>
    <p:sldMasterId id="2147483753" r:id="rId6"/>
    <p:sldMasterId id="2147483768" r:id="rId7"/>
  </p:sldMasterIdLst>
  <p:notesMasterIdLst>
    <p:notesMasterId r:id="rId18"/>
  </p:notesMasterIdLst>
  <p:handoutMasterIdLst>
    <p:handoutMasterId r:id="rId19"/>
  </p:handoutMasterIdLst>
  <p:sldIdLst>
    <p:sldId id="469" r:id="rId8"/>
    <p:sldId id="470" r:id="rId9"/>
    <p:sldId id="471" r:id="rId10"/>
    <p:sldId id="472" r:id="rId11"/>
    <p:sldId id="473" r:id="rId12"/>
    <p:sldId id="474" r:id="rId13"/>
    <p:sldId id="475" r:id="rId14"/>
    <p:sldId id="476" r:id="rId15"/>
    <p:sldId id="477" r:id="rId16"/>
    <p:sldId id="478" r:id="rId1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CF9816-5C2E-A4A3-AF83-C576BD2F5B95}" name="Bonacquisti,Octavius (HHSC)" initials="B(" userId="S::Octavius.Bonacquisti@hhs.texas.gov::465a19a5-aec5-4765-bdc6-23800df2cd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600"/>
    <a:srgbClr val="011627"/>
    <a:srgbClr val="7692B4"/>
    <a:srgbClr val="464AE4"/>
    <a:srgbClr val="ED7100"/>
    <a:srgbClr val="0063A7"/>
    <a:srgbClr val="000099"/>
    <a:srgbClr val="1F3D7B"/>
    <a:srgbClr val="182450"/>
    <a:srgbClr val="022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314A3-8DFC-4501-BF5E-08A0B36A0413}" v="438" dt="2025-07-08T12:31:44.413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3734" autoAdjust="0"/>
  </p:normalViewPr>
  <p:slideViewPr>
    <p:cSldViewPr snapToGrid="0">
      <p:cViewPr varScale="1">
        <p:scale>
          <a:sx n="105" d="100"/>
          <a:sy n="105" d="100"/>
        </p:scale>
        <p:origin x="144" y="306"/>
      </p:cViewPr>
      <p:guideLst/>
    </p:cSldViewPr>
  </p:slideViewPr>
  <p:outlineViewPr>
    <p:cViewPr>
      <p:scale>
        <a:sx n="33" d="100"/>
        <a:sy n="33" d="100"/>
      </p:scale>
      <p:origin x="0" y="-3648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3" d="100"/>
          <a:sy n="53" d="100"/>
        </p:scale>
        <p:origin x="787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42" Type="http://schemas.microsoft.com/office/2018/10/relationships/authors" Target="author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presProps" Target="presProps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40" Type="http://schemas.microsoft.com/office/2015/10/relationships/revisionInfo" Target="revisionInfo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nkali,Sandeep (HHSC Contractor)" userId="f110cfee-a393-437c-ba0a-db105d9aa4c4" providerId="ADAL" clId="{B27314A3-8DFC-4501-BF5E-08A0B36A0413}"/>
    <pc:docChg chg="undo custSel modSld">
      <pc:chgData name="Mahankali,Sandeep (HHSC Contractor)" userId="f110cfee-a393-437c-ba0a-db105d9aa4c4" providerId="ADAL" clId="{B27314A3-8DFC-4501-BF5E-08A0B36A0413}" dt="2025-07-08T12:31:44.413" v="78"/>
      <pc:docMkLst>
        <pc:docMk/>
      </pc:docMkLst>
      <pc:sldChg chg="modSp mod">
        <pc:chgData name="Mahankali,Sandeep (HHSC Contractor)" userId="f110cfee-a393-437c-ba0a-db105d9aa4c4" providerId="ADAL" clId="{B27314A3-8DFC-4501-BF5E-08A0B36A0413}" dt="2025-07-08T12:27:17.073" v="61" actId="20577"/>
        <pc:sldMkLst>
          <pc:docMk/>
          <pc:sldMk cId="1098498444" sldId="327"/>
        </pc:sldMkLst>
        <pc:spChg chg="mod">
          <ac:chgData name="Mahankali,Sandeep (HHSC Contractor)" userId="f110cfee-a393-437c-ba0a-db105d9aa4c4" providerId="ADAL" clId="{B27314A3-8DFC-4501-BF5E-08A0B36A0413}" dt="2025-07-08T12:27:17.073" v="61" actId="20577"/>
          <ac:spMkLst>
            <pc:docMk/>
            <pc:sldMk cId="1098498444" sldId="327"/>
            <ac:spMk id="3" creationId="{62791B54-1912-D12A-21C5-9E118A904B4F}"/>
          </ac:spMkLst>
        </pc:spChg>
      </pc:sldChg>
      <pc:sldChg chg="mod modShow">
        <pc:chgData name="Mahankali,Sandeep (HHSC Contractor)" userId="f110cfee-a393-437c-ba0a-db105d9aa4c4" providerId="ADAL" clId="{B27314A3-8DFC-4501-BF5E-08A0B36A0413}" dt="2025-07-08T12:28:19.007" v="62" actId="729"/>
        <pc:sldMkLst>
          <pc:docMk/>
          <pc:sldMk cId="518446245" sldId="358"/>
        </pc:sldMkLst>
      </pc:sldChg>
      <pc:sldChg chg="mod modShow">
        <pc:chgData name="Mahankali,Sandeep (HHSC Contractor)" userId="f110cfee-a393-437c-ba0a-db105d9aa4c4" providerId="ADAL" clId="{B27314A3-8DFC-4501-BF5E-08A0B36A0413}" dt="2025-07-08T12:28:24.105" v="63" actId="729"/>
        <pc:sldMkLst>
          <pc:docMk/>
          <pc:sldMk cId="1652502680" sldId="359"/>
        </pc:sldMkLst>
      </pc:sldChg>
      <pc:sldChg chg="mod modShow">
        <pc:chgData name="Mahankali,Sandeep (HHSC Contractor)" userId="f110cfee-a393-437c-ba0a-db105d9aa4c4" providerId="ADAL" clId="{B27314A3-8DFC-4501-BF5E-08A0B36A0413}" dt="2025-07-08T12:24:50.777" v="4" actId="729"/>
        <pc:sldMkLst>
          <pc:docMk/>
          <pc:sldMk cId="3364237327" sldId="360"/>
        </pc:sldMkLst>
      </pc:sldChg>
      <pc:sldChg chg="modSp mod modShow">
        <pc:chgData name="Mahankali,Sandeep (HHSC Contractor)" userId="f110cfee-a393-437c-ba0a-db105d9aa4c4" providerId="ADAL" clId="{B27314A3-8DFC-4501-BF5E-08A0B36A0413}" dt="2025-07-08T12:24:55.533" v="5" actId="729"/>
        <pc:sldMkLst>
          <pc:docMk/>
          <pc:sldMk cId="1021039222" sldId="361"/>
        </pc:sldMkLst>
        <pc:graphicFrameChg chg="modGraphic">
          <ac:chgData name="Mahankali,Sandeep (HHSC Contractor)" userId="f110cfee-a393-437c-ba0a-db105d9aa4c4" providerId="ADAL" clId="{B27314A3-8DFC-4501-BF5E-08A0B36A0413}" dt="2025-07-08T12:22:37.162" v="1" actId="20577"/>
          <ac:graphicFrameMkLst>
            <pc:docMk/>
            <pc:sldMk cId="1021039222" sldId="361"/>
            <ac:graphicFrameMk id="7" creationId="{055B2E71-FB58-4649-08B7-521300A3FDEA}"/>
          </ac:graphicFrameMkLst>
        </pc:graphicFrameChg>
      </pc:sldChg>
      <pc:sldChg chg="mod modShow">
        <pc:chgData name="Mahankali,Sandeep (HHSC Contractor)" userId="f110cfee-a393-437c-ba0a-db105d9aa4c4" providerId="ADAL" clId="{B27314A3-8DFC-4501-BF5E-08A0B36A0413}" dt="2025-07-08T12:29:12.320" v="64" actId="729"/>
        <pc:sldMkLst>
          <pc:docMk/>
          <pc:sldMk cId="3494685459" sldId="363"/>
        </pc:sldMkLst>
      </pc:sldChg>
      <pc:sldChg chg="mod modShow">
        <pc:chgData name="Mahankali,Sandeep (HHSC Contractor)" userId="f110cfee-a393-437c-ba0a-db105d9aa4c4" providerId="ADAL" clId="{B27314A3-8DFC-4501-BF5E-08A0B36A0413}" dt="2025-07-08T12:29:17.732" v="65" actId="729"/>
        <pc:sldMkLst>
          <pc:docMk/>
          <pc:sldMk cId="429263922" sldId="364"/>
        </pc:sldMkLst>
      </pc:sldChg>
      <pc:sldChg chg="mod modShow">
        <pc:chgData name="Mahankali,Sandeep (HHSC Contractor)" userId="f110cfee-a393-437c-ba0a-db105d9aa4c4" providerId="ADAL" clId="{B27314A3-8DFC-4501-BF5E-08A0B36A0413}" dt="2025-07-08T12:29:21.191" v="66" actId="729"/>
        <pc:sldMkLst>
          <pc:docMk/>
          <pc:sldMk cId="3395183197" sldId="365"/>
        </pc:sldMkLst>
      </pc:sldChg>
      <pc:sldChg chg="mod modShow">
        <pc:chgData name="Mahankali,Sandeep (HHSC Contractor)" userId="f110cfee-a393-437c-ba0a-db105d9aa4c4" providerId="ADAL" clId="{B27314A3-8DFC-4501-BF5E-08A0B36A0413}" dt="2025-07-08T12:25:23.215" v="6" actId="729"/>
        <pc:sldMkLst>
          <pc:docMk/>
          <pc:sldMk cId="574336861" sldId="372"/>
        </pc:sldMkLst>
      </pc:sldChg>
      <pc:sldChg chg="modSp mod">
        <pc:chgData name="Mahankali,Sandeep (HHSC Contractor)" userId="f110cfee-a393-437c-ba0a-db105d9aa4c4" providerId="ADAL" clId="{B27314A3-8DFC-4501-BF5E-08A0B36A0413}" dt="2025-07-08T12:26:16.990" v="14" actId="20577"/>
        <pc:sldMkLst>
          <pc:docMk/>
          <pc:sldMk cId="4208397088" sldId="378"/>
        </pc:sldMkLst>
        <pc:spChg chg="mod">
          <ac:chgData name="Mahankali,Sandeep (HHSC Contractor)" userId="f110cfee-a393-437c-ba0a-db105d9aa4c4" providerId="ADAL" clId="{B27314A3-8DFC-4501-BF5E-08A0B36A0413}" dt="2025-07-08T12:26:16.990" v="14" actId="20577"/>
          <ac:spMkLst>
            <pc:docMk/>
            <pc:sldMk cId="4208397088" sldId="378"/>
            <ac:spMk id="3" creationId="{88BB3EC9-9059-F8DA-7D3A-29C611C133A1}"/>
          </ac:spMkLst>
        </pc:spChg>
      </pc:sldChg>
      <pc:sldChg chg="modSp">
        <pc:chgData name="Mahankali,Sandeep (HHSC Contractor)" userId="f110cfee-a393-437c-ba0a-db105d9aa4c4" providerId="ADAL" clId="{B27314A3-8DFC-4501-BF5E-08A0B36A0413}" dt="2025-07-08T12:31:44.413" v="78"/>
        <pc:sldMkLst>
          <pc:docMk/>
          <pc:sldMk cId="1476958562" sldId="380"/>
        </pc:sldMkLst>
        <pc:graphicFrameChg chg="mod">
          <ac:chgData name="Mahankali,Sandeep (HHSC Contractor)" userId="f110cfee-a393-437c-ba0a-db105d9aa4c4" providerId="ADAL" clId="{B27314A3-8DFC-4501-BF5E-08A0B36A0413}" dt="2025-07-08T12:31:44.413" v="78"/>
          <ac:graphicFrameMkLst>
            <pc:docMk/>
            <pc:sldMk cId="1476958562" sldId="380"/>
            <ac:graphicFrameMk id="7" creationId="{031C723E-5725-0323-56EB-48F2BD72DBE3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479C4-87BA-4A8B-B739-F95EB411011A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5F0020-6A7E-48C4-B00C-288290BE0A9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609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C3508-E8F7-458D-B367-BDAFD52A9C9A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69900" y="692150"/>
            <a:ext cx="3556000" cy="20018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565905" y="691563"/>
            <a:ext cx="4142666" cy="5473380"/>
          </a:xfrm>
          <a:prstGeom prst="rect">
            <a:avLst/>
          </a:prstGeom>
        </p:spPr>
        <p:txBody>
          <a:bodyPr vert="horz" lIns="91440" tIns="45720" rIns="91440" bIns="45720" rtlCol="0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dirty="0"/>
              <a:t>Slide </a:t>
            </a:r>
            <a:fld id="{29DE756F-184F-4D3A-B7EF-A08AD88F334E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33400" y="4458208"/>
            <a:ext cx="3429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33400" y="4793343"/>
            <a:ext cx="3429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533400" y="5140815"/>
            <a:ext cx="3429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33400" y="4107543"/>
            <a:ext cx="3429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33400" y="5479143"/>
            <a:ext cx="3429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33400" y="3769215"/>
            <a:ext cx="3429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533400" y="3087190"/>
            <a:ext cx="3429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33400" y="3421743"/>
            <a:ext cx="3429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33400" y="5826615"/>
            <a:ext cx="3429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33400" y="6164943"/>
            <a:ext cx="342900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414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228600" indent="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457200" indent="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685800" indent="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914400" indent="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54480" y="2507663"/>
            <a:ext cx="9144000" cy="1367619"/>
          </a:xfrm>
        </p:spPr>
        <p:txBody>
          <a:bodyPr anchor="b">
            <a:noAutofit/>
          </a:bodyPr>
          <a:lstStyle>
            <a:lvl1pPr algn="l">
              <a:defRPr lang="en-US" sz="4400" dirty="0" smtClean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5" name="Line"/>
          <p:cNvCxnSpPr/>
          <p:nvPr userDrawn="1"/>
        </p:nvCxnSpPr>
        <p:spPr>
          <a:xfrm>
            <a:off x="1554480" y="4062144"/>
            <a:ext cx="9144000" cy="0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54480" y="4213603"/>
            <a:ext cx="9144000" cy="1188720"/>
          </a:xfrm>
        </p:spPr>
        <p:txBody>
          <a:bodyPr anchor="t">
            <a:noAutofit/>
          </a:bodyPr>
          <a:lstStyle>
            <a:lvl1pPr marL="0" indent="0" algn="l">
              <a:buNone/>
              <a:defRPr sz="2800" b="1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A8CD138-0A5A-4484-B82F-4FADA7BDECE5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358368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lternat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1554480" y="2507663"/>
            <a:ext cx="9144000" cy="1367619"/>
          </a:xfrm>
        </p:spPr>
        <p:txBody>
          <a:bodyPr anchor="b">
            <a:noAutofit/>
          </a:bodyPr>
          <a:lstStyle>
            <a:lvl1pPr algn="l">
              <a:defRPr lang="en-US" sz="4400" dirty="0" smtClean="0"/>
            </a:lvl1pPr>
          </a:lstStyle>
          <a:p>
            <a:r>
              <a:rPr lang="en-US" dirty="0"/>
              <a:t>[Publication Title]</a:t>
            </a:r>
          </a:p>
        </p:txBody>
      </p:sp>
      <p:cxnSp>
        <p:nvCxnSpPr>
          <p:cNvPr id="15" name="Line"/>
          <p:cNvCxnSpPr/>
          <p:nvPr userDrawn="1"/>
        </p:nvCxnSpPr>
        <p:spPr>
          <a:xfrm>
            <a:off x="1554480" y="4062144"/>
            <a:ext cx="9144000" cy="0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1554480" y="4213603"/>
            <a:ext cx="9144000" cy="1188720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[New/Revised Policy/Process/Procedure/Standard/Circular]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CB83007-B989-4E43-9C42-7EF3408D2658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42831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05188"/>
            <a:ext cx="8686800" cy="731520"/>
          </a:xfrm>
          <a:ln>
            <a:noFill/>
          </a:ln>
        </p:spPr>
        <p:txBody>
          <a:bodyPr lIns="0" tIns="0" rIns="0" bIns="0" anchor="b" anchorCtr="0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xmlns="" id="{00EBDE14-9207-4782-A559-66E7A706991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14843"/>
            <a:ext cx="8321040" cy="4480560"/>
          </a:xfrm>
          <a:noFill/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CD9D1DC5-98F5-42BA-A2C1-83E7CA92184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961120" y="1714840"/>
            <a:ext cx="2743200" cy="44805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>
                <a:solidFill>
                  <a:srgbClr val="022151"/>
                </a:solidFill>
              </a:defRPr>
            </a:lvl1pPr>
          </a:lstStyle>
          <a:p>
            <a:fld id="{9B2C42D5-3287-4199-92B0-DEBBCB5A2B9C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103631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99108" y="274320"/>
            <a:ext cx="9418320" cy="1097280"/>
          </a:xfrm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6" name="Line"/>
          <p:cNvCxnSpPr/>
          <p:nvPr userDrawn="1"/>
        </p:nvCxnSpPr>
        <p:spPr>
          <a:xfrm flipV="1">
            <a:off x="2311808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2299108" y="1614021"/>
            <a:ext cx="9418320" cy="549117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rgbClr val="0063A7"/>
                </a:solidFill>
                <a:latin typeface="+mj-lt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">
            <a:extLst>
              <a:ext uri="{FF2B5EF4-FFF2-40B4-BE49-F238E27FC236}">
                <a16:creationId xmlns:a16="http://schemas.microsoft.com/office/drawing/2014/main" xmlns="" id="{91BF2B10-1B50-4A45-99B0-103B38E665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96214" y="2219307"/>
            <a:ext cx="9418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2296007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2DB80F86-5633-43C3-A5C9-518113EEEA30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498580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5817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89206" y="274320"/>
            <a:ext cx="9418320" cy="1097280"/>
          </a:xfrm>
          <a:effectLst/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Line"/>
          <p:cNvCxnSpPr/>
          <p:nvPr userDrawn="1"/>
        </p:nvCxnSpPr>
        <p:spPr>
          <a:xfrm flipV="1">
            <a:off x="2289206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">
            <a:extLst>
              <a:ext uri="{FF2B5EF4-FFF2-40B4-BE49-F238E27FC236}">
                <a16:creationId xmlns:a16="http://schemas.microsoft.com/office/drawing/2014/main" xmlns="" id="{9FC9BD2F-33E0-464D-873C-2EF10B70F4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9859" y="1642358"/>
            <a:ext cx="94183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2294823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4656AFF9-BA4C-4EC3-99D2-6E7E2C62470D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502586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14673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93438" y="274320"/>
            <a:ext cx="9418320" cy="1097280"/>
          </a:xfrm>
          <a:effectLst/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Line"/>
          <p:cNvCxnSpPr/>
          <p:nvPr userDrawn="1"/>
        </p:nvCxnSpPr>
        <p:spPr>
          <a:xfrm flipV="1">
            <a:off x="2294263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xmlns="" id="{9FC9BD2F-33E0-464D-873C-2EF10B70F4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95261" y="1654235"/>
            <a:ext cx="46634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8AE6335-D237-42A1-A81B-3B7AEA6D226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35352" y="1656773"/>
            <a:ext cx="46634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2295758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0F8A8824-3E42-4AC1-B4FC-2B2FC825A4A0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482160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96691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83460" y="274320"/>
            <a:ext cx="9418320" cy="1097280"/>
          </a:xfrm>
          <a:effectLst/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Line"/>
          <p:cNvCxnSpPr/>
          <p:nvPr userDrawn="1"/>
        </p:nvCxnSpPr>
        <p:spPr>
          <a:xfrm flipV="1">
            <a:off x="2296160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xmlns="" id="{9FC9BD2F-33E0-464D-873C-2EF10B70F4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9026" y="1640571"/>
            <a:ext cx="30175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8AE6335-D237-42A1-A81B-3B7AEA6D226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8316" y="1640571"/>
            <a:ext cx="30175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0264A26B-4209-47AC-9AD7-1F0557FDB2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684260" y="1646876"/>
            <a:ext cx="301752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2273948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CE63D14B-6BF4-48EF-8705-8DC23920357D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500880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27270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468779" y="265230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hart Placeholder"/>
          <p:cNvSpPr>
            <a:spLocks noGrp="1"/>
          </p:cNvSpPr>
          <p:nvPr>
            <p:ph type="chart" sz="quarter" idx="13" hasCustomPrompt="1"/>
          </p:nvPr>
        </p:nvSpPr>
        <p:spPr>
          <a:xfrm>
            <a:off x="473573" y="1746450"/>
            <a:ext cx="11247120" cy="438912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79930" y="6309360"/>
            <a:ext cx="2103120" cy="365125"/>
          </a:xfrm>
        </p:spPr>
        <p:txBody>
          <a:bodyPr/>
          <a:lstStyle/>
          <a:p>
            <a:fld id="{B2FB578E-CCFF-4011-85F5-9A76B0FDF50B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91327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805962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570516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On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440737" y="291572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6779" y="1748861"/>
            <a:ext cx="11247120" cy="4389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57204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ECE0129C-DC94-4F0B-9C01-09286298571A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4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65900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601161" y="274320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1161" y="1741119"/>
            <a:ext cx="5486400" cy="4389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A04C2AD-F3CD-4C8A-8301-BB8E5E485B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0" y="1745381"/>
            <a:ext cx="5486400" cy="4389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601576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7F7744B4-A669-4571-B2B9-C6E5C2A85D7B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807374" y="6325402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998551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hre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558472" y="274320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2037" y="1745124"/>
            <a:ext cx="3657600" cy="4389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A04C2AD-F3CD-4C8A-8301-BB8E5E485B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7306" y="1738415"/>
            <a:ext cx="3657600" cy="4389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3CC80934-A10B-41F3-A542-D2BF4DEE3E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51087" y="1740340"/>
            <a:ext cx="3657600" cy="4389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575760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7707D968-D6B3-478B-8BA3-8C3DCAB58E2B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807371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79121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or Q&amp;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439920" y="222651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7305" y="1738735"/>
            <a:ext cx="8321040" cy="4389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A04C2AD-F3CD-4C8A-8301-BB8E5E485B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61120" y="1742427"/>
            <a:ext cx="2743200" cy="37490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3CC80934-A10B-41F3-A542-D2BF4DEE3E0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51495" y="5654613"/>
            <a:ext cx="2743200" cy="457200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en-US" dirty="0"/>
              <a:t>Questions?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89286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09A9ACED-0EAC-43D5-AF9D-2138FB0A3551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75286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578854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828800" y="2330606"/>
            <a:ext cx="8412480" cy="1371600"/>
          </a:xfrm>
        </p:spPr>
        <p:txBody>
          <a:bodyPr anchor="b" anchorCtr="0">
            <a:noAutofit/>
          </a:bodyPr>
          <a:lstStyle>
            <a:lvl1pPr algn="l">
              <a:tabLst/>
              <a:defRPr lang="en-US" sz="5400" dirty="0"/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13" name="Line"/>
          <p:cNvCxnSpPr/>
          <p:nvPr userDrawn="1"/>
        </p:nvCxnSpPr>
        <p:spPr>
          <a:xfrm>
            <a:off x="1828800" y="3768527"/>
            <a:ext cx="8412480" cy="2625"/>
          </a:xfrm>
          <a:prstGeom prst="line">
            <a:avLst/>
          </a:prstGeom>
          <a:ln w="38100">
            <a:solidFill>
              <a:srgbClr val="1F3D7B"/>
            </a:solidFill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ext Placeholder"/>
          <p:cNvSpPr>
            <a:spLocks noGrp="1"/>
          </p:cNvSpPr>
          <p:nvPr>
            <p:ph type="body" sz="quarter" idx="13"/>
          </p:nvPr>
        </p:nvSpPr>
        <p:spPr>
          <a:xfrm>
            <a:off x="1828800" y="3896360"/>
            <a:ext cx="8412480" cy="1554480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>
                <a:solidFill>
                  <a:srgbClr val="182450"/>
                </a:solidFill>
              </a:defRPr>
            </a:lvl1pPr>
          </a:lstStyle>
          <a:p>
            <a:fld id="{9713D407-201F-475E-BF53-D4F664E72601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700853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828800" y="2330606"/>
            <a:ext cx="8412480" cy="1371600"/>
          </a:xfrm>
        </p:spPr>
        <p:txBody>
          <a:bodyPr anchor="b" anchorCtr="0">
            <a:noAutofit/>
          </a:bodyPr>
          <a:lstStyle>
            <a:lvl1pPr algn="l" defTabSz="0">
              <a:defRPr sz="5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13" name="Line"/>
          <p:cNvCxnSpPr/>
          <p:nvPr userDrawn="1"/>
        </p:nvCxnSpPr>
        <p:spPr>
          <a:xfrm>
            <a:off x="1828800" y="3768527"/>
            <a:ext cx="8412480" cy="2625"/>
          </a:xfrm>
          <a:prstGeom prst="line">
            <a:avLst/>
          </a:prstGeom>
          <a:ln w="38100">
            <a:solidFill>
              <a:srgbClr val="1F3D7B"/>
            </a:solidFill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ext Placeholder"/>
          <p:cNvSpPr>
            <a:spLocks noGrp="1"/>
          </p:cNvSpPr>
          <p:nvPr>
            <p:ph type="body" sz="quarter" idx="13"/>
          </p:nvPr>
        </p:nvSpPr>
        <p:spPr>
          <a:xfrm>
            <a:off x="1828800" y="3896360"/>
            <a:ext cx="8412480" cy="1554480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>
                <a:solidFill>
                  <a:srgbClr val="182450"/>
                </a:solidFill>
              </a:defRPr>
            </a:lvl1pPr>
          </a:lstStyle>
          <a:p>
            <a:fld id="{D0EB2C2C-E39A-41DB-B368-E989C21201FF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922712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6323E9-BA92-9DDA-5A17-B5D9452F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B59C3CD-7E49-13C8-B72B-3C86FDCF1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7A74E-3A38-4DF5-B1BA-9394D03B0230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0420EE6-E1A9-4C66-87C3-8BFF571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F5A2C9B-1BC5-33F8-8353-0818DD74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9FF3-1548-4CDB-B82B-70387ADEE5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997985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54480" y="2507663"/>
            <a:ext cx="9144000" cy="1367619"/>
          </a:xfrm>
        </p:spPr>
        <p:txBody>
          <a:bodyPr anchor="b">
            <a:noAutofit/>
          </a:bodyPr>
          <a:lstStyle>
            <a:lvl1pPr algn="l">
              <a:defRPr lang="en-US" sz="4400" dirty="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5" name="Line"/>
          <p:cNvCxnSpPr/>
          <p:nvPr userDrawn="1"/>
        </p:nvCxnSpPr>
        <p:spPr>
          <a:xfrm>
            <a:off x="1554480" y="4062144"/>
            <a:ext cx="9144000" cy="0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54480" y="4213603"/>
            <a:ext cx="9144000" cy="1188720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0D6752B-9DA1-4F66-A28F-20690CA752CD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096502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lternat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54480" y="2507663"/>
            <a:ext cx="9144000" cy="1367619"/>
          </a:xfrm>
        </p:spPr>
        <p:txBody>
          <a:bodyPr anchor="b">
            <a:noAutofit/>
          </a:bodyPr>
          <a:lstStyle>
            <a:lvl1pPr algn="l">
              <a:defRPr lang="en-US" sz="4400" dirty="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5" name="Line"/>
          <p:cNvCxnSpPr/>
          <p:nvPr userDrawn="1"/>
        </p:nvCxnSpPr>
        <p:spPr>
          <a:xfrm>
            <a:off x="1554480" y="4062144"/>
            <a:ext cx="9144000" cy="0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54480" y="4213603"/>
            <a:ext cx="9144000" cy="1188720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9F0EAFD-2E82-42C9-84BD-018845039ECC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4995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05188"/>
            <a:ext cx="8686800" cy="731520"/>
          </a:xfrm>
          <a:ln>
            <a:noFill/>
          </a:ln>
        </p:spPr>
        <p:txBody>
          <a:bodyPr lIns="0" tIns="0" rIns="0" bIns="0" anchor="b" anchorCtr="0">
            <a:noAutofit/>
          </a:bodyPr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xmlns="" id="{00EBDE14-9207-4782-A559-66E7A706991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14843"/>
            <a:ext cx="8321040" cy="4480560"/>
          </a:xfrm>
          <a:noFill/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CD9D1DC5-98F5-42BA-A2C1-83E7CA92184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961120" y="1714840"/>
            <a:ext cx="2743200" cy="44805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>
                <a:solidFill>
                  <a:srgbClr val="022151"/>
                </a:solidFill>
              </a:defRPr>
            </a:lvl1pPr>
          </a:lstStyle>
          <a:p>
            <a:fld id="{43D082C9-DC87-4728-BDBB-51493DD84890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02325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99108" y="274320"/>
            <a:ext cx="9418320" cy="1097280"/>
          </a:xfrm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6" name="Line"/>
          <p:cNvCxnSpPr/>
          <p:nvPr userDrawn="1"/>
        </p:nvCxnSpPr>
        <p:spPr>
          <a:xfrm flipV="1">
            <a:off x="2311808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2299108" y="1614021"/>
            <a:ext cx="9418320" cy="549117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0063A7"/>
                </a:solidFill>
                <a:latin typeface="+mj-lt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">
            <a:extLst>
              <a:ext uri="{FF2B5EF4-FFF2-40B4-BE49-F238E27FC236}">
                <a16:creationId xmlns:a16="http://schemas.microsoft.com/office/drawing/2014/main" xmlns="" id="{91BF2B10-1B50-4A45-99B0-103B38E665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96214" y="2219307"/>
            <a:ext cx="9418320" cy="402336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2296007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C34BB28C-3093-4F98-AB4F-3B8F2253DF2E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498580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743313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89206" y="274320"/>
            <a:ext cx="9418320" cy="1097280"/>
          </a:xfrm>
          <a:effectLst/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Line"/>
          <p:cNvCxnSpPr/>
          <p:nvPr userDrawn="1"/>
        </p:nvCxnSpPr>
        <p:spPr>
          <a:xfrm flipV="1">
            <a:off x="2289206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">
            <a:extLst>
              <a:ext uri="{FF2B5EF4-FFF2-40B4-BE49-F238E27FC236}">
                <a16:creationId xmlns:a16="http://schemas.microsoft.com/office/drawing/2014/main" xmlns="" id="{9FC9BD2F-33E0-464D-873C-2EF10B70F4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8708" y="1642358"/>
            <a:ext cx="9418320" cy="457200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2283672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EBBEC584-68D1-4B94-96F3-DC013E2EE933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502586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834079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93438" y="274320"/>
            <a:ext cx="9418320" cy="1097280"/>
          </a:xfrm>
          <a:effectLst/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Line"/>
          <p:cNvCxnSpPr/>
          <p:nvPr userDrawn="1"/>
        </p:nvCxnSpPr>
        <p:spPr>
          <a:xfrm flipV="1">
            <a:off x="2294263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xmlns="" id="{9FC9BD2F-33E0-464D-873C-2EF10B70F4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95261" y="1654235"/>
            <a:ext cx="4663440" cy="457200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8AE6335-D237-42A1-A81B-3B7AEA6D226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35352" y="1656773"/>
            <a:ext cx="4663440" cy="457200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2295758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DFA425F0-378C-436F-B013-C52DACFA0C17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482160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701762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83460" y="274320"/>
            <a:ext cx="9418320" cy="1097280"/>
          </a:xfrm>
          <a:effectLst/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Line"/>
          <p:cNvCxnSpPr/>
          <p:nvPr userDrawn="1"/>
        </p:nvCxnSpPr>
        <p:spPr>
          <a:xfrm flipV="1">
            <a:off x="2296160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xmlns="" id="{9FC9BD2F-33E0-464D-873C-2EF10B70F4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9026" y="1640571"/>
            <a:ext cx="3017520" cy="457200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8AE6335-D237-42A1-A81B-3B7AEA6D226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8316" y="1640571"/>
            <a:ext cx="3017520" cy="457200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0264A26B-4209-47AC-9AD7-1F0557FDB2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684260" y="1646876"/>
            <a:ext cx="3017520" cy="457200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2273948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83F098E7-AB4E-4DE4-A4DB-38BE4F009560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500880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822956"/>
      </p:ext>
    </p:extLst>
  </p:cSld>
  <p:clrMapOvr>
    <a:masterClrMapping/>
  </p:clrMapOvr>
  <p:transition spd="slow"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479930" y="265230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hart Placeholder"/>
          <p:cNvSpPr>
            <a:spLocks noGrp="1"/>
          </p:cNvSpPr>
          <p:nvPr>
            <p:ph type="chart" sz="quarter" idx="13" hasCustomPrompt="1"/>
          </p:nvPr>
        </p:nvSpPr>
        <p:spPr>
          <a:xfrm>
            <a:off x="473573" y="1746450"/>
            <a:ext cx="11247120" cy="438912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79930" y="6309360"/>
            <a:ext cx="2103120" cy="365125"/>
          </a:xfrm>
        </p:spPr>
        <p:txBody>
          <a:bodyPr/>
          <a:lstStyle/>
          <a:p>
            <a:fld id="{40B0F7EF-022F-4715-BBE4-B52E6FAABE23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91327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805962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211174"/>
      </p:ext>
    </p:extLst>
  </p:cSld>
  <p:clrMapOvr>
    <a:masterClrMapping/>
  </p:clrMapOvr>
  <p:transition spd="slow"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On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440737" y="291572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6779" y="1748861"/>
            <a:ext cx="11247120" cy="438912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57204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F13C8B18-8F65-4E98-A356-7298BED98038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4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460014"/>
      </p:ext>
    </p:extLst>
  </p:cSld>
  <p:clrMapOvr>
    <a:masterClrMapping/>
  </p:clrMapOvr>
  <p:transition spd="slow"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601161" y="274320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1161" y="1741119"/>
            <a:ext cx="5486400" cy="438912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A04C2AD-F3CD-4C8A-8301-BB8E5E485B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0" y="1745381"/>
            <a:ext cx="5486400" cy="438912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601576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48BF719E-4D7A-427E-BB6B-C5D86FAB01FC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807374" y="6325402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76844"/>
      </p:ext>
    </p:extLst>
  </p:cSld>
  <p:clrMapOvr>
    <a:masterClrMapping/>
  </p:clrMapOvr>
  <p:transition spd="slow"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hre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536170" y="274320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35" y="1745124"/>
            <a:ext cx="3657600" cy="438912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A04C2AD-F3CD-4C8A-8301-BB8E5E485B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155" y="1738415"/>
            <a:ext cx="3657600" cy="438912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3CC80934-A10B-41F3-A542-D2BF4DEE3E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51087" y="1740340"/>
            <a:ext cx="3657600" cy="438912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553458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EB318C6B-CC15-40C6-9EFA-DA75E1BC34F3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807371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823182"/>
      </p:ext>
    </p:extLst>
  </p:cSld>
  <p:clrMapOvr>
    <a:masterClrMapping/>
  </p:clrMapOvr>
  <p:transition spd="slow"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or Q&amp;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439920" y="222651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7305" y="1738735"/>
            <a:ext cx="8321040" cy="4389120"/>
          </a:xfrm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Verdana" panose="020B060403050404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Wingdings 3" panose="05040102010807070707" pitchFamily="18" charset="2"/>
              <a:buChar char="}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914400" marR="0" lvl="2" indent="-2286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Pct val="85000"/>
              <a:buFont typeface="Aleo" panose="00000500000000000000" pitchFamily="2" charset="0"/>
              <a:buChar char="◊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A04C2AD-F3CD-4C8A-8301-BB8E5E485B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61120" y="1742427"/>
            <a:ext cx="2743200" cy="37490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3CC80934-A10B-41F3-A542-D2BF4DEE3E0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51495" y="5654613"/>
            <a:ext cx="2743200" cy="457200"/>
          </a:xfrm>
        </p:spPr>
        <p:txBody>
          <a:bodyPr/>
          <a:lstStyle>
            <a:lvl1pPr marL="0" indent="0">
              <a:buNone/>
              <a:defRPr sz="3200" b="1"/>
            </a:lvl1pPr>
          </a:lstStyle>
          <a:p>
            <a:pPr lvl="0"/>
            <a:r>
              <a:rPr lang="en-US" dirty="0"/>
              <a:t>Questions?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89286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DCAA762A-6F9C-40A5-A224-1AFDFF972A19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75286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68962"/>
      </p:ext>
    </p:extLst>
  </p:cSld>
  <p:clrMapOvr>
    <a:masterClrMapping/>
  </p:clrMapOvr>
  <p:transition spd="slow"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828800" y="2330606"/>
            <a:ext cx="8412480" cy="1371600"/>
          </a:xfrm>
        </p:spPr>
        <p:txBody>
          <a:bodyPr anchor="b" anchorCtr="0">
            <a:noAutofit/>
          </a:bodyPr>
          <a:lstStyle>
            <a:lvl1pPr algn="l">
              <a:tabLst/>
              <a:defRPr lang="en-US" sz="5400" dirty="0"/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13" name="Line"/>
          <p:cNvCxnSpPr/>
          <p:nvPr userDrawn="1"/>
        </p:nvCxnSpPr>
        <p:spPr>
          <a:xfrm>
            <a:off x="1828800" y="3768527"/>
            <a:ext cx="8412480" cy="2625"/>
          </a:xfrm>
          <a:prstGeom prst="line">
            <a:avLst/>
          </a:prstGeom>
          <a:ln w="38100">
            <a:solidFill>
              <a:srgbClr val="1F3D7B"/>
            </a:solidFill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ext Placeholder"/>
          <p:cNvSpPr>
            <a:spLocks noGrp="1"/>
          </p:cNvSpPr>
          <p:nvPr>
            <p:ph type="body" sz="quarter" idx="13"/>
          </p:nvPr>
        </p:nvSpPr>
        <p:spPr>
          <a:xfrm>
            <a:off x="1828800" y="3896360"/>
            <a:ext cx="8412480" cy="1554480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>
                <a:solidFill>
                  <a:srgbClr val="182450"/>
                </a:solidFill>
              </a:defRPr>
            </a:lvl1pPr>
          </a:lstStyle>
          <a:p>
            <a:fld id="{D21996AD-3CC8-4B70-B987-CC5BF0FB998E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9892"/>
      </p:ext>
    </p:extLst>
  </p:cSld>
  <p:clrMapOvr>
    <a:masterClrMapping/>
  </p:clrMapOvr>
  <p:transition spd="slow"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828800" y="2330606"/>
            <a:ext cx="8412480" cy="1371600"/>
          </a:xfrm>
        </p:spPr>
        <p:txBody>
          <a:bodyPr anchor="b" anchorCtr="0">
            <a:noAutofit/>
          </a:bodyPr>
          <a:lstStyle>
            <a:lvl1pPr algn="l" defTabSz="0">
              <a:defRPr sz="5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13" name="Line"/>
          <p:cNvCxnSpPr/>
          <p:nvPr userDrawn="1"/>
        </p:nvCxnSpPr>
        <p:spPr>
          <a:xfrm>
            <a:off x="1828800" y="3768527"/>
            <a:ext cx="8412480" cy="2625"/>
          </a:xfrm>
          <a:prstGeom prst="line">
            <a:avLst/>
          </a:prstGeom>
          <a:ln w="38100">
            <a:solidFill>
              <a:srgbClr val="1F3D7B"/>
            </a:solidFill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ext Placeholder"/>
          <p:cNvSpPr>
            <a:spLocks noGrp="1"/>
          </p:cNvSpPr>
          <p:nvPr>
            <p:ph type="body" sz="quarter" idx="13"/>
          </p:nvPr>
        </p:nvSpPr>
        <p:spPr>
          <a:xfrm>
            <a:off x="1828800" y="3896360"/>
            <a:ext cx="8412480" cy="1554480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>
                <a:solidFill>
                  <a:srgbClr val="182450"/>
                </a:solidFill>
              </a:defRPr>
            </a:lvl1pPr>
          </a:lstStyle>
          <a:p>
            <a:fld id="{34AD8378-43C4-4EE9-8C25-00FB3E6D4D1F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895640"/>
      </p:ext>
    </p:extLst>
  </p:cSld>
  <p:clrMapOvr>
    <a:masterClrMapping/>
  </p:clrMapOvr>
  <p:transition spd="slow">
    <p:push dir="u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54480" y="2507663"/>
            <a:ext cx="9144000" cy="1367619"/>
          </a:xfrm>
        </p:spPr>
        <p:txBody>
          <a:bodyPr anchor="b">
            <a:noAutofit/>
          </a:bodyPr>
          <a:lstStyle>
            <a:lvl1pPr algn="l">
              <a:defRPr lang="en-US" sz="4000" dirty="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5" name="Line"/>
          <p:cNvCxnSpPr/>
          <p:nvPr userDrawn="1"/>
        </p:nvCxnSpPr>
        <p:spPr>
          <a:xfrm>
            <a:off x="1554480" y="4062144"/>
            <a:ext cx="9144000" cy="0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54480" y="4213603"/>
            <a:ext cx="9144000" cy="1188720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1">
                <a:solidFill>
                  <a:srgbClr val="0063A7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0719405D-9ECE-42EA-A8A3-32C94E854560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546693"/>
      </p:ext>
    </p:extLst>
  </p:cSld>
  <p:clrMapOvr>
    <a:masterClrMapping/>
  </p:clrMapOvr>
  <p:transition spd="slow">
    <p:push dir="u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lternat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54480" y="2507663"/>
            <a:ext cx="9144000" cy="1367619"/>
          </a:xfrm>
        </p:spPr>
        <p:txBody>
          <a:bodyPr anchor="b">
            <a:noAutofit/>
          </a:bodyPr>
          <a:lstStyle>
            <a:lvl1pPr algn="l">
              <a:defRPr lang="en-US" sz="4000" dirty="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5" name="Line"/>
          <p:cNvCxnSpPr/>
          <p:nvPr userDrawn="1"/>
        </p:nvCxnSpPr>
        <p:spPr>
          <a:xfrm>
            <a:off x="1554480" y="4062144"/>
            <a:ext cx="9144000" cy="0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54480" y="4213603"/>
            <a:ext cx="9144000" cy="1188720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1">
                <a:solidFill>
                  <a:srgbClr val="0063A7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1E9E270-DDB8-40BF-905A-29AA36784248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408478"/>
      </p:ext>
    </p:extLst>
  </p:cSld>
  <p:clrMapOvr>
    <a:masterClrMapping/>
  </p:clrMapOvr>
  <p:transition spd="slow">
    <p:push dir="u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405188"/>
            <a:ext cx="8686800" cy="731520"/>
          </a:xfrm>
          <a:ln>
            <a:noFill/>
          </a:ln>
        </p:spPr>
        <p:txBody>
          <a:bodyPr lIns="0" tIns="0" rIns="0" bIns="0" anchor="b" anchorCtr="0">
            <a:noAutofit/>
          </a:bodyPr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xmlns="" id="{00EBDE14-9207-4782-A559-66E7A706991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714843"/>
            <a:ext cx="8321040" cy="4480560"/>
          </a:xfrm>
          <a:noFill/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CD9D1DC5-98F5-42BA-A2C1-83E7CA921845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961120" y="1714840"/>
            <a:ext cx="2743200" cy="44805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>
                <a:solidFill>
                  <a:srgbClr val="022151"/>
                </a:solidFill>
              </a:defRPr>
            </a:lvl1pPr>
          </a:lstStyle>
          <a:p>
            <a:fld id="{BE754276-A731-4089-AB54-6A6496307B53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130096"/>
      </p:ext>
    </p:extLst>
  </p:cSld>
  <p:clrMapOvr>
    <a:masterClrMapping/>
  </p:clrMapOvr>
  <p:transition spd="slow">
    <p:push dir="u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99108" y="274320"/>
            <a:ext cx="9418320" cy="1097280"/>
          </a:xfrm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6" name="Line"/>
          <p:cNvCxnSpPr/>
          <p:nvPr userDrawn="1"/>
        </p:nvCxnSpPr>
        <p:spPr>
          <a:xfrm flipV="1">
            <a:off x="2311808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Subtitle"/>
          <p:cNvSpPr>
            <a:spLocks noGrp="1"/>
          </p:cNvSpPr>
          <p:nvPr>
            <p:ph type="body" idx="1"/>
          </p:nvPr>
        </p:nvSpPr>
        <p:spPr>
          <a:xfrm>
            <a:off x="2299108" y="1614021"/>
            <a:ext cx="9418320" cy="549117"/>
          </a:xfrm>
        </p:spPr>
        <p:txBody>
          <a:bodyPr>
            <a:noAutofit/>
          </a:bodyPr>
          <a:lstStyle>
            <a:lvl1pPr marL="0" indent="0">
              <a:buNone/>
              <a:defRPr sz="3200" b="1">
                <a:solidFill>
                  <a:srgbClr val="0063A7"/>
                </a:solidFill>
                <a:latin typeface="+mj-lt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">
            <a:extLst>
              <a:ext uri="{FF2B5EF4-FFF2-40B4-BE49-F238E27FC236}">
                <a16:creationId xmlns:a16="http://schemas.microsoft.com/office/drawing/2014/main" xmlns="" id="{91BF2B10-1B50-4A45-99B0-103B38E665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96214" y="2219307"/>
            <a:ext cx="9418320" cy="4023360"/>
          </a:xfrm>
        </p:spPr>
        <p:txBody>
          <a:bodyPr/>
          <a:lstStyle/>
          <a:p>
            <a:pPr marL="457200" marR="0" lvl="0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822960" marR="0" lvl="1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1188720" marR="0" lvl="2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  <a:p>
            <a:pPr marL="1554480" marR="0" lvl="3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Fourth level</a:t>
            </a:r>
          </a:p>
          <a:p>
            <a:pPr marL="1920240" marR="0" lvl="4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10"/>
          </p:nvPr>
        </p:nvSpPr>
        <p:spPr>
          <a:xfrm>
            <a:off x="2296007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2A34EC2F-2CAB-4A23-BD8C-870C377235AE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498580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640658"/>
      </p:ext>
    </p:extLst>
  </p:cSld>
  <p:clrMapOvr>
    <a:masterClrMapping/>
  </p:clrMapOvr>
  <p:transition spd="slow">
    <p:push dir="u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89206" y="274320"/>
            <a:ext cx="9418320" cy="1097280"/>
          </a:xfrm>
          <a:effectLst/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Line"/>
          <p:cNvCxnSpPr/>
          <p:nvPr userDrawn="1"/>
        </p:nvCxnSpPr>
        <p:spPr>
          <a:xfrm flipV="1">
            <a:off x="2289206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">
            <a:extLst>
              <a:ext uri="{FF2B5EF4-FFF2-40B4-BE49-F238E27FC236}">
                <a16:creationId xmlns:a16="http://schemas.microsoft.com/office/drawing/2014/main" xmlns="" id="{9FC9BD2F-33E0-464D-873C-2EF10B70F4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8708" y="1642358"/>
            <a:ext cx="9418320" cy="4572000"/>
          </a:xfrm>
        </p:spPr>
        <p:txBody>
          <a:bodyPr/>
          <a:lstStyle/>
          <a:p>
            <a:pPr marL="457200" marR="0" lvl="0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822960" marR="0" lvl="1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1188720" marR="0" lvl="2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  <a:p>
            <a:pPr marL="1554480" marR="0" lvl="3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Fourth level</a:t>
            </a:r>
          </a:p>
          <a:p>
            <a:pPr marL="1920240" marR="0" lvl="4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2283672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B053715E-E417-4380-B7A7-4DD45091EAFD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502586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178790"/>
      </p:ext>
    </p:extLst>
  </p:cSld>
  <p:clrMapOvr>
    <a:masterClrMapping/>
  </p:clrMapOvr>
  <p:transition spd="slow">
    <p:push dir="u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93438" y="274320"/>
            <a:ext cx="9418320" cy="1097280"/>
          </a:xfrm>
          <a:effectLst/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Line"/>
          <p:cNvCxnSpPr/>
          <p:nvPr userDrawn="1"/>
        </p:nvCxnSpPr>
        <p:spPr>
          <a:xfrm flipV="1">
            <a:off x="2294263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xmlns="" id="{9FC9BD2F-33E0-464D-873C-2EF10B70F4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95261" y="1654235"/>
            <a:ext cx="4663440" cy="4572000"/>
          </a:xfrm>
        </p:spPr>
        <p:txBody>
          <a:bodyPr/>
          <a:lstStyle/>
          <a:p>
            <a:pPr marL="457200" marR="0" lvl="0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822960" marR="0" lvl="1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1188720" marR="0" lvl="2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  <a:p>
            <a:pPr marL="1554480" marR="0" lvl="3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Fourth level</a:t>
            </a:r>
          </a:p>
          <a:p>
            <a:pPr marL="1920240" marR="0" lvl="4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8AE6335-D237-42A1-A81B-3B7AEA6D226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35352" y="1656773"/>
            <a:ext cx="4663440" cy="4572000"/>
          </a:xfrm>
        </p:spPr>
        <p:txBody>
          <a:bodyPr/>
          <a:lstStyle/>
          <a:p>
            <a:pPr marL="457200" marR="0" lvl="0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822960" marR="0" lvl="1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1188720" marR="0" lvl="2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  <a:p>
            <a:pPr marL="1554480" marR="0" lvl="3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Fourth level</a:t>
            </a:r>
          </a:p>
          <a:p>
            <a:pPr marL="1920240" marR="0" lvl="4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Fifth level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2295758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11429304-68EB-472E-93DC-B67DC34ADD47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482160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262621"/>
      </p:ext>
    </p:extLst>
  </p:cSld>
  <p:clrMapOvr>
    <a:masterClrMapping/>
  </p:clrMapOvr>
  <p:transition spd="slow">
    <p:push dir="u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283460" y="274320"/>
            <a:ext cx="9418320" cy="1097280"/>
          </a:xfrm>
          <a:effectLst/>
        </p:spPr>
        <p:txBody>
          <a:bodyPr anchor="b" anchorCtr="0">
            <a:no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Line"/>
          <p:cNvCxnSpPr/>
          <p:nvPr userDrawn="1"/>
        </p:nvCxnSpPr>
        <p:spPr>
          <a:xfrm flipV="1">
            <a:off x="2296160" y="1554480"/>
            <a:ext cx="9418320" cy="1788"/>
          </a:xfrm>
          <a:prstGeom prst="line">
            <a:avLst/>
          </a:prstGeom>
          <a:ln w="38100">
            <a:solidFill>
              <a:srgbClr val="1F3D7B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xmlns="" id="{9FC9BD2F-33E0-464D-873C-2EF10B70F4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9026" y="1640571"/>
            <a:ext cx="3017520" cy="4572000"/>
          </a:xfrm>
        </p:spPr>
        <p:txBody>
          <a:bodyPr/>
          <a:lstStyle/>
          <a:p>
            <a:pPr marL="457200" marR="0" lvl="0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822960" marR="0" lvl="1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1188720" marR="0" lvl="2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  <a:p>
            <a:pPr marL="1554480" marR="0" lvl="3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Fourth level</a:t>
            </a:r>
          </a:p>
          <a:p>
            <a:pPr marL="1920240" marR="0" lvl="4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E8AE6335-D237-42A1-A81B-3B7AEA6D226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8316" y="1640571"/>
            <a:ext cx="3017520" cy="4572000"/>
          </a:xfrm>
        </p:spPr>
        <p:txBody>
          <a:bodyPr/>
          <a:lstStyle/>
          <a:p>
            <a:pPr marL="457200" marR="0" lvl="0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Click to edit Master text styles</a:t>
            </a:r>
          </a:p>
          <a:p>
            <a:pPr marL="822960" marR="0" lvl="1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U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Second level</a:t>
            </a:r>
          </a:p>
          <a:p>
            <a:pPr marL="1188720" marR="0" lvl="2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Third level</a:t>
            </a:r>
          </a:p>
          <a:p>
            <a:pPr marL="1554480" marR="0" lvl="3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Fourth level</a:t>
            </a:r>
          </a:p>
          <a:p>
            <a:pPr marL="1920240" marR="0" lvl="4" indent="-36576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0264A26B-4209-47AC-9AD7-1F0557FDB2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684260" y="1646876"/>
            <a:ext cx="301752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"/>
          <p:cNvSpPr>
            <a:spLocks noGrp="1"/>
          </p:cNvSpPr>
          <p:nvPr>
            <p:ph type="dt" sz="half" idx="10"/>
          </p:nvPr>
        </p:nvSpPr>
        <p:spPr>
          <a:xfrm>
            <a:off x="2273948" y="6311899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412FB1EC-0349-4770-B558-706961A0E2B2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4500880" y="6309360"/>
            <a:ext cx="621792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999600"/>
      </p:ext>
    </p:extLst>
  </p:cSld>
  <p:clrMapOvr>
    <a:masterClrMapping/>
  </p:clrMapOvr>
  <p:transition spd="slow">
    <p:push dir="u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479930" y="265230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hart Placeholder"/>
          <p:cNvSpPr>
            <a:spLocks noGrp="1"/>
          </p:cNvSpPr>
          <p:nvPr>
            <p:ph type="chart" sz="quarter" idx="13" hasCustomPrompt="1"/>
          </p:nvPr>
        </p:nvSpPr>
        <p:spPr>
          <a:xfrm>
            <a:off x="473573" y="1746450"/>
            <a:ext cx="11247120" cy="438912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79930" y="6309360"/>
            <a:ext cx="2103120" cy="365125"/>
          </a:xfrm>
        </p:spPr>
        <p:txBody>
          <a:bodyPr/>
          <a:lstStyle/>
          <a:p>
            <a:fld id="{A82AC0BB-73D3-4A5C-AEDE-B78CDAEDB069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91327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805962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444177"/>
      </p:ext>
    </p:extLst>
  </p:cSld>
  <p:clrMapOvr>
    <a:masterClrMapping/>
  </p:clrMapOvr>
  <p:transition spd="slow">
    <p:push dir="u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On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440737" y="291572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6779" y="1748861"/>
            <a:ext cx="11247120" cy="4389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57204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2BEF1449-10A1-4AF9-948D-F5265EF441BA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4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896896"/>
      </p:ext>
    </p:extLst>
  </p:cSld>
  <p:clrMapOvr>
    <a:masterClrMapping/>
  </p:clrMapOvr>
  <p:transition spd="slow">
    <p:push dir="u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601161" y="274320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1161" y="1741119"/>
            <a:ext cx="5486400" cy="4389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A04C2AD-F3CD-4C8A-8301-BB8E5E485B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17920" y="1745381"/>
            <a:ext cx="5486400" cy="4389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601576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16DC8568-B04B-4A72-AE69-FE693F7FB01B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807374" y="6325402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322896"/>
      </p:ext>
    </p:extLst>
  </p:cSld>
  <p:clrMapOvr>
    <a:masterClrMapping/>
  </p:clrMapOvr>
  <p:transition spd="slow">
    <p:push dir="u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hree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536170" y="274320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735" y="1745124"/>
            <a:ext cx="3657600" cy="4389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A04C2AD-F3CD-4C8A-8301-BB8E5E485B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6155" y="1738415"/>
            <a:ext cx="3657600" cy="4389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3CC80934-A10B-41F3-A542-D2BF4DEE3E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51087" y="1740340"/>
            <a:ext cx="3657600" cy="4389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553458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21E24727-C18E-4DAA-9006-A3442EFEF9A1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807371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013628"/>
      </p:ext>
    </p:extLst>
  </p:cSld>
  <p:clrMapOvr>
    <a:masterClrMapping/>
  </p:clrMapOvr>
  <p:transition spd="slow">
    <p:push dir="u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for Q&amp;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>
            <p:ph type="title"/>
          </p:nvPr>
        </p:nvSpPr>
        <p:spPr>
          <a:xfrm>
            <a:off x="439920" y="222651"/>
            <a:ext cx="8869680" cy="914400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xmlns="" id="{4B267EAC-9DB6-4B58-B920-5FF9CB536C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7305" y="1738735"/>
            <a:ext cx="8321040" cy="43891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FA04C2AD-F3CD-4C8A-8301-BB8E5E485B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61120" y="1742427"/>
            <a:ext cx="2743200" cy="37490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xmlns="" id="{3CC80934-A10B-41F3-A542-D2BF4DEE3E0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51495" y="5654613"/>
            <a:ext cx="2743200" cy="457200"/>
          </a:xfrm>
        </p:spPr>
        <p:txBody>
          <a:bodyPr/>
          <a:lstStyle>
            <a:lvl1pPr marL="0" indent="0">
              <a:buNone/>
              <a:defRPr sz="3200" b="1"/>
            </a:lvl1pPr>
          </a:lstStyle>
          <a:p>
            <a:pPr lvl="0"/>
            <a:r>
              <a:rPr lang="en-US" dirty="0"/>
              <a:t>Questions?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89286" y="6309360"/>
            <a:ext cx="2103120" cy="365125"/>
          </a:xfrm>
        </p:spPr>
        <p:txBody>
          <a:bodyPr/>
          <a:lstStyle>
            <a:lvl1pPr algn="l">
              <a:defRPr>
                <a:solidFill>
                  <a:srgbClr val="022151"/>
                </a:solidFill>
              </a:defRPr>
            </a:lvl1pPr>
          </a:lstStyle>
          <a:p>
            <a:fld id="{EF0DE0B3-0EFF-4EEE-BA3F-100B01D6F4F5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75286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D109FF3-1548-4CDB-B82B-70387ADEE5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991135"/>
      </p:ext>
    </p:extLst>
  </p:cSld>
  <p:clrMapOvr>
    <a:masterClrMapping/>
  </p:clrMapOvr>
  <p:transition spd="slow">
    <p:push dir="u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828800" y="2330606"/>
            <a:ext cx="8412480" cy="1371600"/>
          </a:xfrm>
        </p:spPr>
        <p:txBody>
          <a:bodyPr anchor="b" anchorCtr="0">
            <a:noAutofit/>
          </a:bodyPr>
          <a:lstStyle>
            <a:lvl1pPr algn="l">
              <a:tabLst/>
              <a:defRPr lang="en-US" sz="5400" dirty="0"/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13" name="Line"/>
          <p:cNvCxnSpPr/>
          <p:nvPr userDrawn="1"/>
        </p:nvCxnSpPr>
        <p:spPr>
          <a:xfrm>
            <a:off x="1828800" y="3768527"/>
            <a:ext cx="8412480" cy="2625"/>
          </a:xfrm>
          <a:prstGeom prst="line">
            <a:avLst/>
          </a:prstGeom>
          <a:ln w="38100">
            <a:solidFill>
              <a:srgbClr val="1F3D7B"/>
            </a:solidFill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ext Placeholder"/>
          <p:cNvSpPr>
            <a:spLocks noGrp="1"/>
          </p:cNvSpPr>
          <p:nvPr>
            <p:ph type="body" sz="quarter" idx="13"/>
          </p:nvPr>
        </p:nvSpPr>
        <p:spPr>
          <a:xfrm>
            <a:off x="1828800" y="3896360"/>
            <a:ext cx="8412480" cy="1554480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>
                <a:solidFill>
                  <a:srgbClr val="182450"/>
                </a:solidFill>
              </a:defRPr>
            </a:lvl1pPr>
          </a:lstStyle>
          <a:p>
            <a:fld id="{1CEED604-C929-49E1-8285-92B7366A309B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34646"/>
      </p:ext>
    </p:extLst>
  </p:cSld>
  <p:clrMapOvr>
    <a:masterClrMapping/>
  </p:clrMapOvr>
  <p:transition spd="slow">
    <p:push dir="u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e 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1828800" y="2330606"/>
            <a:ext cx="8412480" cy="1371600"/>
          </a:xfrm>
        </p:spPr>
        <p:txBody>
          <a:bodyPr anchor="b" anchorCtr="0">
            <a:noAutofit/>
          </a:bodyPr>
          <a:lstStyle>
            <a:lvl1pPr algn="l" defTabSz="0">
              <a:defRPr sz="5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cxnSp>
        <p:nvCxnSpPr>
          <p:cNvPr id="13" name="Line"/>
          <p:cNvCxnSpPr/>
          <p:nvPr userDrawn="1"/>
        </p:nvCxnSpPr>
        <p:spPr>
          <a:xfrm>
            <a:off x="1828800" y="3768527"/>
            <a:ext cx="8412480" cy="2625"/>
          </a:xfrm>
          <a:prstGeom prst="line">
            <a:avLst/>
          </a:prstGeom>
          <a:ln w="38100">
            <a:solidFill>
              <a:srgbClr val="1F3D7B"/>
            </a:solidFill>
          </a:ln>
          <a:effectLst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" name="Text Placeholder"/>
          <p:cNvSpPr>
            <a:spLocks noGrp="1"/>
          </p:cNvSpPr>
          <p:nvPr>
            <p:ph type="body" sz="quarter" idx="13"/>
          </p:nvPr>
        </p:nvSpPr>
        <p:spPr>
          <a:xfrm>
            <a:off x="1828800" y="3896360"/>
            <a:ext cx="8412480" cy="1554480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"/>
          <p:cNvSpPr>
            <a:spLocks noGrp="1"/>
          </p:cNvSpPr>
          <p:nvPr>
            <p:ph type="dt" sz="half" idx="10"/>
          </p:nvPr>
        </p:nvSpPr>
        <p:spPr>
          <a:xfrm>
            <a:off x="457200" y="6311899"/>
            <a:ext cx="2103120" cy="365125"/>
          </a:xfrm>
        </p:spPr>
        <p:txBody>
          <a:bodyPr/>
          <a:lstStyle>
            <a:lvl1pPr>
              <a:defRPr>
                <a:solidFill>
                  <a:srgbClr val="182450"/>
                </a:solidFill>
              </a:defRPr>
            </a:lvl1pPr>
          </a:lstStyle>
          <a:p>
            <a:fld id="{48C06A55-08C7-4F02-ABE9-1BCF8102F795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2743200" y="6309360"/>
            <a:ext cx="7863840" cy="365125"/>
          </a:xfrm>
        </p:spPr>
        <p:txBody>
          <a:bodyPr/>
          <a:lstStyle/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789920" y="6309360"/>
            <a:ext cx="914400" cy="365125"/>
          </a:xfrm>
        </p:spPr>
        <p:txBody>
          <a:bodyPr/>
          <a:lstStyle/>
          <a:p>
            <a:fld id="{3264D530-B60B-4A5A-91C0-C766C58A47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60721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47120" cy="4389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Body text styles slides consist of Verdana (Body) font 24 pt. with 6 pt. space before and after paragraphs and single line spacing.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2"/>
          </p:nvPr>
        </p:nvSpPr>
        <p:spPr>
          <a:xfrm>
            <a:off x="457200" y="6311899"/>
            <a:ext cx="21031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22151"/>
                </a:solidFill>
              </a:defRPr>
            </a:lvl1pPr>
          </a:lstStyle>
          <a:p>
            <a:fld id="{570CBED7-4F4A-42B6-A865-0D101E70FB79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743200" y="6309360"/>
            <a:ext cx="7863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22151"/>
                </a:solidFill>
              </a:defRPr>
            </a:lvl1pPr>
          </a:lstStyle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789920" y="6309360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rgbClr val="022151"/>
                </a:solidFill>
              </a:defRPr>
            </a:lvl1pPr>
          </a:lstStyle>
          <a:p>
            <a:fld id="{3D109FF3-1548-4CDB-B82B-70387ADEE5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078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50" r:id="rId2"/>
    <p:sldLayoutId id="2147483723" r:id="rId3"/>
    <p:sldLayoutId id="2147483704" r:id="rId4"/>
    <p:sldLayoutId id="2147483706" r:id="rId5"/>
    <p:sldLayoutId id="2147483718" r:id="rId6"/>
    <p:sldLayoutId id="2147483724" r:id="rId7"/>
    <p:sldLayoutId id="2147483716" r:id="rId8"/>
    <p:sldLayoutId id="2147483719" r:id="rId9"/>
    <p:sldLayoutId id="2147483720" r:id="rId10"/>
    <p:sldLayoutId id="2147483725" r:id="rId11"/>
    <p:sldLayoutId id="2147483751" r:id="rId12"/>
    <p:sldLayoutId id="2147483710" r:id="rId13"/>
    <p:sldLayoutId id="2147483752" r:id="rId14"/>
    <p:sldLayoutId id="2147483787" r:id="rId15"/>
  </p:sldLayoutIdLst>
  <p:transition spd="slow">
    <p:push dir="u"/>
  </p:transition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2"/>
          </a:solidFill>
          <a:latin typeface="Rockwell" panose="020606030202050204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47120" cy="4389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Bullet List Style -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2"/>
          </p:nvPr>
        </p:nvSpPr>
        <p:spPr>
          <a:xfrm>
            <a:off x="457200" y="6311899"/>
            <a:ext cx="21031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22151"/>
                </a:solidFill>
              </a:defRPr>
            </a:lvl1pPr>
          </a:lstStyle>
          <a:p>
            <a:fld id="{549231E1-4B33-4AE7-9736-E7375A2A394C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743200" y="6309360"/>
            <a:ext cx="7863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22151"/>
                </a:solidFill>
              </a:defRPr>
            </a:lvl1pPr>
          </a:lstStyle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789920" y="6309360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rgbClr val="022151"/>
                </a:solidFill>
              </a:defRPr>
            </a:lvl1pPr>
          </a:lstStyle>
          <a:p>
            <a:fld id="{3D109FF3-1548-4CDB-B82B-70387ADEE5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73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83" r:id="rId13"/>
    <p:sldLayoutId id="2147483784" r:id="rId14"/>
  </p:sldLayoutIdLst>
  <p:transition spd="slow">
    <p:push dir="u"/>
  </p:transition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2"/>
          </a:solidFill>
          <a:latin typeface="Rockwell" panose="02060603020205020403" pitchFamily="18" charset="0"/>
          <a:ea typeface="+mj-ea"/>
          <a:cs typeface="+mj-cs"/>
        </a:defRPr>
      </a:lvl1pPr>
    </p:titleStyle>
    <p:bodyStyle>
      <a:lvl1pPr marL="4572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Verdana" panose="020B060403050404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SzPct val="85000"/>
        <a:buFont typeface="Wingdings 3" panose="05040102010807070707" pitchFamily="18" charset="2"/>
        <a:buChar char="}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SzPct val="85000"/>
        <a:buFont typeface="Aleo" panose="00000500000000000000" pitchFamily="2" charset="0"/>
        <a:buChar char="◊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4712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47120" cy="4389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Numbered List Style -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sz="half" idx="2"/>
          </p:nvPr>
        </p:nvSpPr>
        <p:spPr>
          <a:xfrm>
            <a:off x="457200" y="6311899"/>
            <a:ext cx="21031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22151"/>
                </a:solidFill>
              </a:defRPr>
            </a:lvl1pPr>
          </a:lstStyle>
          <a:p>
            <a:fld id="{766512AC-BCD7-46EC-886C-5E4274BDC14D}" type="datetime1">
              <a:rPr lang="en-US" smtClean="0"/>
              <a:t>9/6/2026</a:t>
            </a:fld>
            <a:endParaRPr lang="en-US" dirty="0"/>
          </a:p>
        </p:txBody>
      </p:sp>
      <p:sp>
        <p:nvSpPr>
          <p:cNvPr id="5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743200" y="6309360"/>
            <a:ext cx="7863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22151"/>
                </a:solidFill>
              </a:defRPr>
            </a:lvl1pPr>
          </a:lstStyle>
          <a:p>
            <a:r>
              <a:rPr lang="en-US"/>
              <a:t>CTO Office</a:t>
            </a:r>
            <a:endParaRPr lang="en-US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789920" y="6309360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rgbClr val="022151"/>
                </a:solidFill>
              </a:defRPr>
            </a:lvl1pPr>
          </a:lstStyle>
          <a:p>
            <a:fld id="{3D109FF3-1548-4CDB-B82B-70387ADEE53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29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5" r:id="rId13"/>
    <p:sldLayoutId id="2147483786" r:id="rId14"/>
  </p:sldLayoutIdLst>
  <p:transition spd="slow">
    <p:push dir="u"/>
  </p:transition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2"/>
          </a:solidFill>
          <a:latin typeface="Rockwell" panose="02060603020205020403" pitchFamily="18" charset="0"/>
          <a:ea typeface="+mj-ea"/>
          <a:cs typeface="+mj-cs"/>
        </a:defRPr>
      </a:lvl1pPr>
    </p:titleStyle>
    <p:bodyStyle>
      <a:lvl1pPr marL="457200" indent="-36576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36576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lphaU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88720" indent="-36576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lphaL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80" indent="-36576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arenR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indent="-36576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lphaLcParenR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09FF3-1548-4CDB-B82B-70387ADEE53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DBC6BD00-3D6A-8F01-67F5-C5FAB02759B2}"/>
              </a:ext>
            </a:extLst>
          </p:cNvPr>
          <p:cNvSpPr txBox="1">
            <a:spLocks/>
          </p:cNvSpPr>
          <p:nvPr/>
        </p:nvSpPr>
        <p:spPr>
          <a:xfrm>
            <a:off x="394283" y="1157681"/>
            <a:ext cx="11184176" cy="418169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2"/>
                </a:solidFill>
                <a:latin typeface="Rockwell" panose="02060603020205020403" pitchFamily="18" charset="0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 err="1" smtClean="0">
                <a:solidFill>
                  <a:srgbClr val="FFC600"/>
                </a:solidFill>
              </a:rPr>
              <a:t>Agentic</a:t>
            </a:r>
            <a:r>
              <a:rPr lang="en-US" sz="2000" dirty="0" smtClean="0">
                <a:solidFill>
                  <a:srgbClr val="FFC600"/>
                </a:solidFill>
              </a:rPr>
              <a:t> </a:t>
            </a:r>
            <a:r>
              <a:rPr lang="en-US" sz="2000" dirty="0">
                <a:solidFill>
                  <a:srgbClr val="FFC600"/>
                </a:solidFill>
              </a:rPr>
              <a:t>AI </a:t>
            </a:r>
            <a:r>
              <a:rPr lang="en-US" sz="2000" dirty="0" smtClean="0">
                <a:solidFill>
                  <a:srgbClr val="FFC600"/>
                </a:solidFill>
              </a:rPr>
              <a:t>Engineering</a:t>
            </a:r>
          </a:p>
          <a:p>
            <a:pPr algn="ctr"/>
            <a:r>
              <a:rPr lang="en-US" sz="3000" dirty="0" smtClean="0">
                <a:solidFill>
                  <a:schemeClr val="bg1"/>
                </a:solidFill>
                <a:latin typeface="+mj-lt"/>
              </a:rPr>
              <a:t/>
            </a:r>
            <a:br>
              <a:rPr lang="en-US" sz="3000" dirty="0" smtClean="0">
                <a:solidFill>
                  <a:schemeClr val="bg1"/>
                </a:solidFill>
                <a:latin typeface="+mj-lt"/>
              </a:rPr>
            </a:br>
            <a:r>
              <a:rPr lang="en-US" sz="1500" dirty="0" smtClean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3000" dirty="0" smtClean="0">
                <a:solidFill>
                  <a:schemeClr val="bg1"/>
                </a:solidFill>
                <a:latin typeface="+mj-lt"/>
              </a:rPr>
              <a:t/>
            </a:r>
            <a:br>
              <a:rPr lang="en-US" sz="3000" dirty="0" smtClean="0">
                <a:solidFill>
                  <a:schemeClr val="bg1"/>
                </a:solidFill>
                <a:latin typeface="+mj-lt"/>
              </a:rPr>
            </a:br>
            <a:r>
              <a:rPr lang="en-US" sz="3000" dirty="0">
                <a:solidFill>
                  <a:schemeClr val="bg1"/>
                </a:solidFill>
              </a:rPr>
              <a:t>Advanced Multi-Vector RAG Embedding Strategies </a:t>
            </a:r>
            <a:endParaRPr lang="en-US" sz="3000" dirty="0" smtClean="0">
              <a:solidFill>
                <a:schemeClr val="bg1"/>
              </a:solidFill>
            </a:endParaRPr>
          </a:p>
          <a:p>
            <a:pPr algn="ctr"/>
            <a:r>
              <a:rPr lang="en-US" sz="3000" dirty="0" smtClean="0">
                <a:solidFill>
                  <a:schemeClr val="bg1"/>
                </a:solidFill>
              </a:rPr>
              <a:t>with </a:t>
            </a:r>
          </a:p>
          <a:p>
            <a:pPr algn="ctr"/>
            <a:r>
              <a:rPr lang="en-US" sz="3000" dirty="0" err="1" smtClean="0">
                <a:solidFill>
                  <a:schemeClr val="bg1"/>
                </a:solidFill>
              </a:rPr>
              <a:t>ChromaDB</a:t>
            </a:r>
            <a:endParaRPr lang="en-US" sz="3000" dirty="0" smtClean="0">
              <a:solidFill>
                <a:schemeClr val="bg1"/>
              </a:solidFill>
            </a:endParaRPr>
          </a:p>
          <a:p>
            <a:pPr algn="ctr"/>
            <a:endParaRPr lang="en-US" sz="3000" dirty="0">
              <a:solidFill>
                <a:schemeClr val="bg1"/>
              </a:solidFill>
              <a:latin typeface="+mj-lt"/>
            </a:endParaRPr>
          </a:p>
          <a:p>
            <a:pPr algn="ctr"/>
            <a:endParaRPr lang="en-US" sz="3000" dirty="0" smtClean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2000" i="1" dirty="0">
                <a:solidFill>
                  <a:srgbClr val="FFC600"/>
                </a:solidFill>
              </a:rPr>
              <a:t>Max </a:t>
            </a:r>
            <a:r>
              <a:rPr lang="en-US" sz="2000" i="1" dirty="0" err="1" smtClean="0">
                <a:solidFill>
                  <a:srgbClr val="FFC600"/>
                </a:solidFill>
              </a:rPr>
              <a:t>Montaseri</a:t>
            </a:r>
            <a:endParaRPr lang="en-US" sz="2000" dirty="0">
              <a:solidFill>
                <a:srgbClr val="FFC6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492648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444" y="91440"/>
            <a:ext cx="9812180" cy="662847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85762" y="455414"/>
            <a:ext cx="19992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  <a:endParaRPr lang="en-US" sz="2400" b="1" i="0" dirty="0">
              <a:solidFill>
                <a:srgbClr val="FFC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93904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62" y="455414"/>
            <a:ext cx="530305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ParentDocumentRetriever</a:t>
            </a:r>
            <a:r>
              <a:rPr lang="en-US" sz="2400" b="1" dirty="0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Strategy</a:t>
            </a:r>
          </a:p>
          <a:p>
            <a:endParaRPr lang="en-US" sz="1000" b="1" dirty="0">
              <a:solidFill>
                <a:srgbClr val="FFC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US" sz="2000" b="1" dirty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architecture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8744"/>
            <a:ext cx="12110200" cy="18944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6410" y="3543038"/>
            <a:ext cx="73525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MultiVectorRetriever</a:t>
            </a:r>
            <a:r>
              <a:rPr lang="en-US" sz="2400" b="1" dirty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Child </a:t>
            </a:r>
            <a:r>
              <a:rPr lang="en-US" sz="2400" b="1" dirty="0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Chunks Strategy</a:t>
            </a:r>
          </a:p>
          <a:p>
            <a:endParaRPr lang="en-US" sz="1000" b="1" dirty="0">
              <a:solidFill>
                <a:srgbClr val="FFC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Ingestion flow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1" y="3931208"/>
            <a:ext cx="2891684" cy="283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3286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62" y="455414"/>
            <a:ext cx="36038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2400" b="1" dirty="0" err="1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  <a:r>
              <a:rPr lang="en-US" sz="2400" b="1" dirty="0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2400" b="1" dirty="0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  <a:endParaRPr lang="en-US" sz="2400" b="1" dirty="0">
              <a:solidFill>
                <a:srgbClr val="FFC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898" y="54864"/>
            <a:ext cx="3707270" cy="676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76150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896" y="67872"/>
            <a:ext cx="9172553" cy="671697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85762" y="455414"/>
            <a:ext cx="353334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Hypothetical </a:t>
            </a:r>
            <a:r>
              <a:rPr lang="en-US" sz="2400" b="1" dirty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</a:t>
            </a:r>
            <a:endParaRPr lang="en-US" sz="2400" b="1" dirty="0" smtClean="0">
              <a:solidFill>
                <a:srgbClr val="FFC6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 err="1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Embeddings</a:t>
            </a:r>
            <a:r>
              <a:rPr lang="en-US" sz="2400" b="1" dirty="0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</a:p>
        </p:txBody>
      </p:sp>
    </p:spTree>
    <p:extLst>
      <p:ext uri="{BB962C8B-B14F-4D97-AF65-F5344CB8AC3E}">
        <p14:creationId xmlns:p14="http://schemas.microsoft.com/office/powerpoint/2010/main" val="382842246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62" y="455414"/>
            <a:ext cx="54665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Granular </a:t>
            </a:r>
            <a:r>
              <a:rPr lang="en-US" sz="2400" b="1" dirty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Chunk </a:t>
            </a:r>
            <a:r>
              <a:rPr lang="en-US" sz="2400" b="1" dirty="0" smtClean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Expansion </a:t>
            </a:r>
            <a:r>
              <a:rPr lang="en-US" sz="2400" b="1" dirty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676209"/>
            <a:ext cx="11106150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2250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5762" y="455414"/>
            <a:ext cx="32976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 Comparison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2043112"/>
            <a:ext cx="109918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42715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5" y="0"/>
            <a:ext cx="8366315" cy="678328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85762" y="455414"/>
            <a:ext cx="37401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Conceptual Comparison</a:t>
            </a:r>
          </a:p>
        </p:txBody>
      </p:sp>
    </p:spTree>
    <p:extLst>
      <p:ext uri="{BB962C8B-B14F-4D97-AF65-F5344CB8AC3E}">
        <p14:creationId xmlns:p14="http://schemas.microsoft.com/office/powerpoint/2010/main" val="162920160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44" y="686246"/>
            <a:ext cx="11635824" cy="575900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85762" y="455414"/>
            <a:ext cx="59200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Recommended Evaluation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9797229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69706"/>
            <a:ext cx="4120245" cy="668771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85762" y="455414"/>
            <a:ext cx="43651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C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RAG Architecture</a:t>
            </a:r>
          </a:p>
        </p:txBody>
      </p:sp>
    </p:spTree>
    <p:extLst>
      <p:ext uri="{BB962C8B-B14F-4D97-AF65-F5344CB8AC3E}">
        <p14:creationId xmlns:p14="http://schemas.microsoft.com/office/powerpoint/2010/main" val="41505454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Body Text Style">
  <a:themeElements>
    <a:clrScheme name="HHS PPT-Ligh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AB2328"/>
      </a:accent1>
      <a:accent2>
        <a:srgbClr val="318814"/>
      </a:accent2>
      <a:accent3>
        <a:srgbClr val="022167"/>
      </a:accent3>
      <a:accent4>
        <a:srgbClr val="7F233F"/>
      </a:accent4>
      <a:accent5>
        <a:srgbClr val="00A19B"/>
      </a:accent5>
      <a:accent6>
        <a:srgbClr val="FFC600"/>
      </a:accent6>
      <a:hlink>
        <a:srgbClr val="1058FA"/>
      </a:hlink>
      <a:folHlink>
        <a:srgbClr val="1058FA"/>
      </a:folHlink>
    </a:clrScheme>
    <a:fontScheme name="Rockwell+Verdana">
      <a:majorFont>
        <a:latin typeface="Rockwel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4D00-- CPAO COM Gradient PPT 16-9_Amanda Guerassio.potx" id="{B6579F48-530D-43B6-8EF3-5FC3FD147480}" vid="{7AFCEB84-AD44-49FE-B463-085C155CDAA3}"/>
    </a:ext>
  </a:extLst>
</a:theme>
</file>

<file path=ppt/theme/theme2.xml><?xml version="1.0" encoding="utf-8"?>
<a:theme xmlns:a="http://schemas.openxmlformats.org/drawingml/2006/main" name="Bullet List Style">
  <a:themeElements>
    <a:clrScheme name="HHS PPT-Ligh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AB2328"/>
      </a:accent1>
      <a:accent2>
        <a:srgbClr val="318814"/>
      </a:accent2>
      <a:accent3>
        <a:srgbClr val="022167"/>
      </a:accent3>
      <a:accent4>
        <a:srgbClr val="7F233F"/>
      </a:accent4>
      <a:accent5>
        <a:srgbClr val="00A19B"/>
      </a:accent5>
      <a:accent6>
        <a:srgbClr val="FFC600"/>
      </a:accent6>
      <a:hlink>
        <a:srgbClr val="1058FA"/>
      </a:hlink>
      <a:folHlink>
        <a:srgbClr val="1058FA"/>
      </a:folHlink>
    </a:clrScheme>
    <a:fontScheme name="Rockwell+Verdana">
      <a:majorFont>
        <a:latin typeface="Rockwel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4D00-- CPAO COM Gradient PPT 16-9_Amanda Guerassio.potx" id="{B6579F48-530D-43B6-8EF3-5FC3FD147480}" vid="{A85908A6-0DC4-4030-B912-264491A09E4C}"/>
    </a:ext>
  </a:extLst>
</a:theme>
</file>

<file path=ppt/theme/theme3.xml><?xml version="1.0" encoding="utf-8"?>
<a:theme xmlns:a="http://schemas.openxmlformats.org/drawingml/2006/main" name="Numbered List Style">
  <a:themeElements>
    <a:clrScheme name="HHS PPT-Ligh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AB2328"/>
      </a:accent1>
      <a:accent2>
        <a:srgbClr val="318814"/>
      </a:accent2>
      <a:accent3>
        <a:srgbClr val="022167"/>
      </a:accent3>
      <a:accent4>
        <a:srgbClr val="7F233F"/>
      </a:accent4>
      <a:accent5>
        <a:srgbClr val="00A19B"/>
      </a:accent5>
      <a:accent6>
        <a:srgbClr val="FFC600"/>
      </a:accent6>
      <a:hlink>
        <a:srgbClr val="1058FA"/>
      </a:hlink>
      <a:folHlink>
        <a:srgbClr val="1058FA"/>
      </a:folHlink>
    </a:clrScheme>
    <a:fontScheme name="Rockwell+Verdana">
      <a:majorFont>
        <a:latin typeface="Rockwel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4D00-- CPAO COM Gradient PPT 16-9_Amanda Guerassio.potx" id="{B6579F48-530D-43B6-8EF3-5FC3FD147480}" vid="{C4FD5D6B-399A-4F3D-AD84-C231B2FD757B}"/>
    </a:ext>
  </a:extLst>
</a:theme>
</file>

<file path=ppt/theme/theme4.xml><?xml version="1.0" encoding="utf-8"?>
<a:theme xmlns:a="http://schemas.openxmlformats.org/drawingml/2006/main" name="Office Theme">
  <a:themeElements>
    <a:clrScheme name="HHS Bright Room">
      <a:dk1>
        <a:srgbClr val="022167"/>
      </a:dk1>
      <a:lt1>
        <a:srgbClr val="FFFFFF"/>
      </a:lt1>
      <a:dk2>
        <a:srgbClr val="000000"/>
      </a:dk2>
      <a:lt2>
        <a:srgbClr val="D1D3D3"/>
      </a:lt2>
      <a:accent1>
        <a:srgbClr val="FFC600"/>
      </a:accent1>
      <a:accent2>
        <a:srgbClr val="AB2328"/>
      </a:accent2>
      <a:accent3>
        <a:srgbClr val="6CC04A"/>
      </a:accent3>
      <a:accent4>
        <a:srgbClr val="6DABE4"/>
      </a:accent4>
      <a:accent5>
        <a:srgbClr val="B47E00"/>
      </a:accent5>
      <a:accent6>
        <a:srgbClr val="FF8300"/>
      </a:accent6>
      <a:hlink>
        <a:srgbClr val="00B3E3"/>
      </a:hlink>
      <a:folHlink>
        <a:srgbClr val="7D868C"/>
      </a:folHlink>
    </a:clrScheme>
    <a:fontScheme name="Rockwell+Verdana">
      <a:majorFont>
        <a:latin typeface="Rockwel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B9511D91492B40A94464B6BE62B409" ma:contentTypeVersion="1046" ma:contentTypeDescription="Create a new document." ma:contentTypeScope="" ma:versionID="34bf3ab027c36f88928c70ded862cdcb">
  <xsd:schema xmlns:xsd="http://www.w3.org/2001/XMLSchema" xmlns:xs="http://www.w3.org/2001/XMLSchema" xmlns:p="http://schemas.microsoft.com/office/2006/metadata/properties" xmlns:ns2="ea37a463-b99d-470c-8a85-4153a11441a9" xmlns:ns3="83893ad6-5e8a-437d-ba51-51010835f682" xmlns:ns4="b377cca7-6145-4e73-a733-1d2979d4c23d" xmlns:ns5="d853a810-d2a2-4c28-9ad9-9100c9a22e04" targetNamespace="http://schemas.microsoft.com/office/2006/metadata/properties" ma:root="true" ma:fieldsID="9455ca2039bac07aeed2321038079938" ns2:_="" ns3:_="" ns4:_="" ns5:_="">
    <xsd:import namespace="ea37a463-b99d-470c-8a85-4153a11441a9"/>
    <xsd:import namespace="83893ad6-5e8a-437d-ba51-51010835f682"/>
    <xsd:import namespace="b377cca7-6145-4e73-a733-1d2979d4c23d"/>
    <xsd:import namespace="d853a810-d2a2-4c28-9ad9-9100c9a22e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Type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4:MediaServiceAutoKeyPoints" minOccurs="0"/>
                <xsd:element ref="ns4:MediaServiceKeyPoints" minOccurs="0"/>
                <xsd:element ref="ns4:Category" minOccurs="0"/>
                <xsd:element ref="ns4:MediaServiceObjectDetectorVersions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LengthInSeconds" minOccurs="0"/>
                <xsd:element ref="ns4:MediaServiceSearchProperties" minOccurs="0"/>
                <xsd:element ref="ns4:lcf76f155ced4ddcb4097134ff3c332f" minOccurs="0"/>
                <xsd:element ref="ns5:TaxCatchAll" minOccurs="0"/>
                <xsd:element ref="ns4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37a463-b99d-470c-8a85-4153a11441a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893ad6-5e8a-437d-ba51-51010835f682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11" nillable="true" ma:displayName="Document Type" ma:format="Dropdown" ma:internalName="Document_x0020_Type">
      <xsd:simpleType>
        <xsd:restriction base="dms:Choice">
          <xsd:enumeration value="Policy"/>
          <xsd:enumeration value="Standard"/>
          <xsd:enumeration value="Process"/>
          <xsd:enumeration value="Procedure"/>
          <xsd:enumeration value="Circular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7cca7-6145-4e73-a733-1d2979d4c23d" elementFormDefault="qualified">
    <xsd:import namespace="http://schemas.microsoft.com/office/2006/documentManagement/types"/>
    <xsd:import namespace="http://schemas.microsoft.com/office/infopath/2007/PartnerControls"/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Category" ma:index="18" nillable="true" ma:displayName="Category" ma:internalName="Category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Inactive"/>
                    <xsd:enumeration value="Budget and Purchasing"/>
                    <xsd:enumeration value="Equipment and Software"/>
                    <xsd:enumeration value="Information Security and Cybersecurity"/>
                    <xsd:enumeration value="Legislative, Audits, and Records"/>
                    <xsd:enumeration value="Policy, Process, and Report Management"/>
                    <xsd:enumeration value="Projects"/>
                    <xsd:enumeration value="Service Incidents and Disruptions"/>
                    <xsd:enumeration value="Staffing and Staff Services"/>
                    <xsd:enumeration value="EXAMPLE DOCS"/>
                  </xsd:restriction>
                </xsd:simpleType>
              </xsd:element>
            </xsd:sequence>
          </xsd:extension>
        </xsd:complexContent>
      </xsd:complex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0c590b57-b2b8-4f92-a7a2-a2c14f8ff4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53a810-d2a2-4c28-9ad9-9100c9a22e04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0d03e8e1-8068-4b4c-9c99-812f9c325840}" ma:internalName="TaxCatchAll" ma:showField="CatchAllData" ma:web="ea37a463-b99d-470c-8a85-4153a11441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853a810-d2a2-4c28-9ad9-9100c9a22e04" xsi:nil="true"/>
    <lcf76f155ced4ddcb4097134ff3c332f xmlns="b377cca7-6145-4e73-a733-1d2979d4c23d">
      <Terms xmlns="http://schemas.microsoft.com/office/infopath/2007/PartnerControls"/>
    </lcf76f155ced4ddcb4097134ff3c332f>
    <Document_x0020_Type xmlns="83893ad6-5e8a-437d-ba51-51010835f682" xsi:nil="true"/>
    <Category xmlns="b377cca7-6145-4e73-a733-1d2979d4c23d" xsi:nil="true"/>
    <_dlc_DocId xmlns="ea37a463-b99d-470c-8a85-4153a11441a9">Y2PHC7Y2YW5Y-2013339637-1417</_dlc_DocId>
    <_dlc_DocIdUrl xmlns="ea37a463-b99d-470c-8a85-4153a11441a9">
      <Url>https://txhhs.sharepoint.com/sites/hhsc/IT/busserv/plpp/ppp/_layouts/15/DocIdRedir.aspx?ID=Y2PHC7Y2YW5Y-2013339637-1417</Url>
      <Description>Y2PHC7Y2YW5Y-2013339637-1417</Description>
    </_dlc_DocIdUrl>
  </documentManagement>
</p:properties>
</file>

<file path=customXml/itemProps1.xml><?xml version="1.0" encoding="utf-8"?>
<ds:datastoreItem xmlns:ds="http://schemas.openxmlformats.org/officeDocument/2006/customXml" ds:itemID="{DC77597B-AD82-43A9-86A9-F2929B91A554}">
  <ds:schemaRefs>
    <ds:schemaRef ds:uri="83893ad6-5e8a-437d-ba51-51010835f682"/>
    <ds:schemaRef ds:uri="b377cca7-6145-4e73-a733-1d2979d4c23d"/>
    <ds:schemaRef ds:uri="d853a810-d2a2-4c28-9ad9-9100c9a22e04"/>
    <ds:schemaRef ds:uri="ea37a463-b99d-470c-8a85-4153a11441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A4CBA2A-3A1E-484E-99D8-3E9CF21B1FDD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4E5B0ED2-C1FC-4F8C-A4AE-FC5DD1A74C15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8C47B07-4C0B-4051-8C54-A12F15701109}">
  <ds:schemaRefs>
    <ds:schemaRef ds:uri="http://www.w3.org/XML/1998/namespace"/>
    <ds:schemaRef ds:uri="http://purl.org/dc/elements/1.1/"/>
    <ds:schemaRef ds:uri="http://schemas.microsoft.com/office/2006/metadata/properties"/>
    <ds:schemaRef ds:uri="http://purl.org/dc/dcmitype/"/>
    <ds:schemaRef ds:uri="d853a810-d2a2-4c28-9ad9-9100c9a22e04"/>
    <ds:schemaRef ds:uri="http://schemas.microsoft.com/office/2006/documentManagement/types"/>
    <ds:schemaRef ds:uri="b377cca7-6145-4e73-a733-1d2979d4c23d"/>
    <ds:schemaRef ds:uri="http://schemas.microsoft.com/office/infopath/2007/PartnerControls"/>
    <ds:schemaRef ds:uri="83893ad6-5e8a-437d-ba51-51010835f682"/>
    <ds:schemaRef ds:uri="http://schemas.openxmlformats.org/package/2006/metadata/core-properties"/>
    <ds:schemaRef ds:uri="ea37a463-b99d-470c-8a85-4153a11441a9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hhs-presentation-6x9-sapphire</Template>
  <TotalTime>23957</TotalTime>
  <Words>37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Aleo</vt:lpstr>
      <vt:lpstr>Arial</vt:lpstr>
      <vt:lpstr>Calibri</vt:lpstr>
      <vt:lpstr>Rockwell</vt:lpstr>
      <vt:lpstr>Verdana</vt:lpstr>
      <vt:lpstr>Wingdings 3</vt:lpstr>
      <vt:lpstr>Body Text Style</vt:lpstr>
      <vt:lpstr>Bullet List Style</vt:lpstr>
      <vt:lpstr>Numbered List Style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Publication Title</dc:title>
  <dc:creator>Mutscher,Mikayla (HHSC)</dc:creator>
  <dc:description>Template created March 2024.</dc:description>
  <cp:lastModifiedBy>Alireza Ensafi</cp:lastModifiedBy>
  <cp:revision>589</cp:revision>
  <dcterms:created xsi:type="dcterms:W3CDTF">2024-12-06T15:30:48Z</dcterms:created>
  <dcterms:modified xsi:type="dcterms:W3CDTF">2026-09-07T00:19:44Z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0x0101003BB9511D91492B40A94464B6BE62B409</vt:lpwstr>
  </property>
  <property fmtid="{D5CDD505-2E9C-101B-9397-08002B2CF9AE}" pid="3" name="MediaServiceImageTags">
    <vt:lpwstr/>
  </property>
  <property fmtid="{D5CDD505-2E9C-101B-9397-08002B2CF9AE}" pid="4" name="_dlc_DocIdItemGuid">
    <vt:lpwstr>ad4309f6-a5b1-4baf-a95a-caeb560da612</vt:lpwstr>
  </property>
</Properties>
</file>